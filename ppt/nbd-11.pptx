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382" r:id="rId3"/>
    <p:sldId id="383" r:id="rId4"/>
    <p:sldId id="373" r:id="rId5"/>
    <p:sldId id="370" r:id="rId6"/>
    <p:sldId id="371" r:id="rId7"/>
    <p:sldId id="372" r:id="rId8"/>
    <p:sldId id="339" r:id="rId9"/>
    <p:sldId id="361" r:id="rId10"/>
    <p:sldId id="362" r:id="rId11"/>
    <p:sldId id="363" r:id="rId12"/>
    <p:sldId id="364" r:id="rId13"/>
    <p:sldId id="369" r:id="rId14"/>
    <p:sldId id="349" r:id="rId15"/>
    <p:sldId id="333" r:id="rId16"/>
    <p:sldId id="340" r:id="rId17"/>
    <p:sldId id="341" r:id="rId18"/>
    <p:sldId id="376" r:id="rId19"/>
    <p:sldId id="375" r:id="rId20"/>
    <p:sldId id="348" r:id="rId21"/>
    <p:sldId id="377" r:id="rId22"/>
    <p:sldId id="343" r:id="rId23"/>
    <p:sldId id="342" r:id="rId24"/>
    <p:sldId id="378" r:id="rId25"/>
    <p:sldId id="379" r:id="rId26"/>
    <p:sldId id="394" r:id="rId27"/>
    <p:sldId id="385" r:id="rId28"/>
    <p:sldId id="344" r:id="rId29"/>
    <p:sldId id="391" r:id="rId30"/>
    <p:sldId id="387" r:id="rId31"/>
    <p:sldId id="388" r:id="rId32"/>
    <p:sldId id="389" r:id="rId33"/>
    <p:sldId id="390" r:id="rId34"/>
    <p:sldId id="392" r:id="rId35"/>
    <p:sldId id="384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51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4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7A79B-8D90-0032-7B7E-76ACFC287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4F4A53-5AD9-7607-10FC-3D6ABB378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B2BCE-4663-667C-97D5-F22B09EC3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09BF6-079B-4621-A323-2EBB53410A59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4FBC3-2749-E0B2-4BE1-45DB1EA82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BCBF0-E8AF-9B4E-DF4B-8C98A25E4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32062-3600-4424-BB22-6A5CDF1F2A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6095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D3812-F905-0AA8-7124-F75AA1702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5E0BA-F046-2E0C-35BB-7EBAAB650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3C332-DECD-952A-1BF5-DF02CEBED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09BF6-079B-4621-A323-2EBB53410A59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7FEE2-E409-9B6A-3D0D-C28C68BEC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DD662-E9F2-4AFF-64C5-5EA25234E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32062-3600-4424-BB22-6A5CDF1F2A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3991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467CD-6C45-1E06-93A4-A231ACB81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1465A-D66F-123F-9CDB-5EB0CC20A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9FD8E-2268-6EA7-860C-D3261B282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09BF6-079B-4621-A323-2EBB53410A59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88EBA-E8F9-B918-23A3-97D6C162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6F4D3-E9E9-99CD-0B9F-5BCEFF9DF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32062-3600-4424-BB22-6A5CDF1F2A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262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CF6A6-855A-307D-9C9B-201E809F4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951A4-9654-E374-430B-5A7A50355E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EFEBBB-FCC4-EF10-4965-28A1DF5D6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66659-0120-9CA1-9701-93281F5F1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09BF6-079B-4621-A323-2EBB53410A59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61ABDE-296C-D6F7-818B-366FB9A58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E26AFF-0989-A19A-4568-1C34AA101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32062-3600-4424-BB22-6A5CDF1F2A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9780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5A987-0C8A-58C0-86C8-F9AE4B971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86FF1-8CDF-C809-B2A2-D348285D3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783746-73AA-9945-6196-E68C1306A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8D6CF4-C098-6086-68BB-CD0FF6386A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873EDB-2E5A-7A28-3C2D-0707A0AA74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4F60E9-3A11-C541-9834-977705C4C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09BF6-079B-4621-A323-2EBB53410A59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0A9C0D-1A38-5636-A895-33DC0E17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A6F596-39CA-CA2F-3327-4CC29BCE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32062-3600-4424-BB22-6A5CDF1F2A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3468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F93CE-2814-74C0-0E02-F39AB7209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5445FC-CD21-085A-1345-12D92EB93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09BF6-079B-4621-A323-2EBB53410A59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8842D2-6B0D-991E-65D4-D49760B83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A7A0A0-C622-C66C-E03B-1614D9FEC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32062-3600-4424-BB22-6A5CDF1F2A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837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5065D2-0FEC-8403-698F-50B9B5EB0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09BF6-079B-4621-A323-2EBB53410A59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1B6308-850B-ECC0-FAA8-15945B26E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684FE-ADD5-146B-0BD8-C2111704B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32062-3600-4424-BB22-6A5CDF1F2A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6026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F2DF6-FC15-99B0-3489-FC27A5EB4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20A04-B767-813A-1501-949E6F79B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69D2C-8099-CD29-CFEF-346AAFF57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C6B68B-BE52-C5B6-4A17-500CF87B6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09BF6-079B-4621-A323-2EBB53410A59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50653A-51DD-1201-C689-FDDB359B2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BB92D-F061-D0BC-22CB-13E1932E4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32062-3600-4424-BB22-6A5CDF1F2A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146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9D712-3395-8C32-6769-CCB0EF07D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F7ADE9-9566-B50C-123A-4D4D33EFE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C1EC1A-3737-C9F2-7AD1-5BE3C47D9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FF3EF-C560-F103-28CA-0138F1A77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09BF6-079B-4621-A323-2EBB53410A59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1C64BD-38B6-6052-9A9A-1EE92B5D5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4048A-6FC9-F8EE-4A28-A2DC3BABD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32062-3600-4424-BB22-6A5CDF1F2A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6381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58A7D-4BBA-48D4-9AD1-EE0D73E78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AAF6BA-C491-1E5B-71E7-91D383E0AB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7AFAC-0C0B-184F-02F3-39F25335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09BF6-079B-4621-A323-2EBB53410A59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028E1-D201-B656-04C7-C39878231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9C0C1-97B5-1B98-F697-FC5257C07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32062-3600-4424-BB22-6A5CDF1F2A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821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3A0DF1-7A64-FAA7-35B8-B03E3C6F5B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03528-AED9-FF4F-E96E-B11EB8519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53D39-74EA-82FE-F0D1-E30071FA8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09BF6-079B-4621-A323-2EBB53410A59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CB163-FAC8-989D-BCEC-1F3D46572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9D036-ED79-CB56-4D64-E1D8BA0B2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32062-3600-4424-BB22-6A5CDF1F2A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23467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8350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301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67625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5206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2628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26480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6645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82950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03513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1440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986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4087E1-D7DF-0293-F1F5-E1FEF1F0F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44925-0BB4-47C3-EDA8-EE41F3145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63BF8-4B28-ADB7-F3C2-8D276CB3A5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109BF6-079B-4621-A323-2EBB53410A59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85AB2-201A-C8BB-7AB3-DBC81BA343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E9A0-367B-8EDA-9089-1D940DE3BF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332062-3600-4424-BB22-6A5CDF1F2A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9033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53F8FD-3D08-4B41-A4DD-60A424B58212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5206A-C2CE-41BA-9A8E-8072E846E6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779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D3EFA-73EC-A37F-B587-7224042CC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ome NBD - NBD">
            <a:extLst>
              <a:ext uri="{FF2B5EF4-FFF2-40B4-BE49-F238E27FC236}">
                <a16:creationId xmlns:a16="http://schemas.microsoft.com/office/drawing/2014/main" id="{B09779A1-4EF4-C538-3552-707F683FB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27" y="5885049"/>
            <a:ext cx="2228545" cy="67901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AAE83C2-6F4E-1D30-2930-3222BE0AD0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2900" y="1757363"/>
            <a:ext cx="9144000" cy="1995487"/>
          </a:xfrm>
        </p:spPr>
        <p:txBody>
          <a:bodyPr>
            <a:normAutofit fontScale="90000"/>
          </a:bodyPr>
          <a:lstStyle/>
          <a:p>
            <a:r>
              <a:rPr lang="en-GB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Inteligență</a:t>
            </a:r>
            <a:r>
              <a:rPr lang="en-GB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Artificială</a:t>
            </a:r>
            <a:r>
              <a:rPr lang="en-GB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și</a:t>
            </a:r>
            <a:r>
              <a:rPr lang="en-GB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Automatizarea</a:t>
            </a:r>
            <a:r>
              <a:rPr lang="en-GB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Proceselor</a:t>
            </a:r>
            <a:r>
              <a:rPr lang="en-GB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în</a:t>
            </a:r>
            <a:r>
              <a:rPr lang="en-GB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Python (II)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C5D2FA-B3EA-22D0-53EC-C9DD160709BF}"/>
              </a:ext>
            </a:extLst>
          </p:cNvPr>
          <p:cNvSpPr txBox="1"/>
          <p:nvPr/>
        </p:nvSpPr>
        <p:spPr>
          <a:xfrm>
            <a:off x="4572000" y="3752850"/>
            <a:ext cx="2813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Paul A. Gagniuc</a:t>
            </a:r>
          </a:p>
        </p:txBody>
      </p:sp>
    </p:spTree>
    <p:extLst>
      <p:ext uri="{BB962C8B-B14F-4D97-AF65-F5344CB8AC3E}">
        <p14:creationId xmlns:p14="http://schemas.microsoft.com/office/powerpoint/2010/main" val="3735122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F0CA6-6912-2BF8-75A3-5D9E8D555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E4A30-D031-0415-0CD8-F12312120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Cuprins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40A723-73F7-30EE-F906-A670FF78B30C}"/>
              </a:ext>
            </a:extLst>
          </p:cNvPr>
          <p:cNvSpPr txBox="1"/>
          <p:nvPr/>
        </p:nvSpPr>
        <p:spPr>
          <a:xfrm>
            <a:off x="752794" y="2138619"/>
            <a:ext cx="64325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Execuția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și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controlul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aplicațiilor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prin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AI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Clasificarea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automată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mesajelor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e-mail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Asistenți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conversaționali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bazați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pe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documente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(RAG)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Aplicații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practice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pentru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automatizarea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proceselor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Introducere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Flask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Concluzii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F779FA-5DAD-4A37-C4A0-1A5E7E4160EF}"/>
              </a:ext>
            </a:extLst>
          </p:cNvPr>
          <p:cNvSpPr txBox="1"/>
          <p:nvPr/>
        </p:nvSpPr>
        <p:spPr>
          <a:xfrm>
            <a:off x="7864474" y="2089825"/>
            <a:ext cx="37274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1. AI – LLM – CMD - INT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2. AI – LLM – FERESTRE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3. AI – LLM – MAIL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4. AI – LLM – CLASIFICARE INBOX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5. AI – LLM – BOT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6. Flask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7.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Concluzii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9A4A76-B672-EAD7-1D23-77BA8ACBEE1A}"/>
              </a:ext>
            </a:extLst>
          </p:cNvPr>
          <p:cNvSpPr/>
          <p:nvPr/>
        </p:nvSpPr>
        <p:spPr>
          <a:xfrm>
            <a:off x="6971031" y="2138619"/>
            <a:ext cx="45719" cy="38557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3FF956-0CD8-3DCC-BE57-510B32EA6579}"/>
              </a:ext>
            </a:extLst>
          </p:cNvPr>
          <p:cNvSpPr/>
          <p:nvPr/>
        </p:nvSpPr>
        <p:spPr>
          <a:xfrm>
            <a:off x="654050" y="1485900"/>
            <a:ext cx="11360149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011F2A-1C52-B3D5-3720-D5A98BB18B95}"/>
              </a:ext>
            </a:extLst>
          </p:cNvPr>
          <p:cNvSpPr/>
          <p:nvPr/>
        </p:nvSpPr>
        <p:spPr>
          <a:xfrm>
            <a:off x="654050" y="4499946"/>
            <a:ext cx="11360149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6361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9CE0B-646A-7603-4043-D889A8BC4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3B4C68C4-7A0B-8235-57F8-714452B16135}"/>
              </a:ext>
            </a:extLst>
          </p:cNvPr>
          <p:cNvSpPr/>
          <p:nvPr/>
        </p:nvSpPr>
        <p:spPr>
          <a:xfrm>
            <a:off x="1885242" y="1647825"/>
            <a:ext cx="8248650" cy="356235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C8F7D5-CBE5-5DB5-9B07-85DA0FE1B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442" y="2788443"/>
            <a:ext cx="7670800" cy="1325563"/>
          </a:xfrm>
        </p:spPr>
        <p:txBody>
          <a:bodyPr>
            <a:noAutofit/>
          </a:bodyPr>
          <a:lstStyle/>
          <a:p>
            <a:pPr algn="ctr"/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AI – LLM – CMD cu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interpretare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sub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capota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329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42FF0-F924-A574-7183-0304C5B7B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DEFBB0-C11F-7CAD-C735-F1281550B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91687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9624AC8-FBC8-DFE4-D275-7874C9D15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2900" y="1535909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691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91874-D690-3F4A-9E00-42AE4AE3E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AC5198-1058-C665-FB84-32FC30FE7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8603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7BB0781-67A7-BDDB-3141-E8697DB3D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2900" y="1535909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68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66870-B49E-F3AB-B04B-A0E966F2D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9450E0-2C81-F21C-6F74-4B0E3BA48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88224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374747A-C353-45F0-1E05-E0A069FD7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969" y="234705"/>
            <a:ext cx="5460081" cy="19993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034FDE-6E60-4655-34A5-E29F9FAD19C1}"/>
              </a:ext>
            </a:extLst>
          </p:cNvPr>
          <p:cNvSpPr txBox="1"/>
          <p:nvPr/>
        </p:nvSpPr>
        <p:spPr>
          <a:xfrm>
            <a:off x="7848600" y="2793755"/>
            <a:ext cx="2647950" cy="870431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8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Ce </a:t>
            </a:r>
            <a:r>
              <a:rPr kumimoji="0" lang="en-GB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ip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am?</a:t>
            </a:r>
          </a:p>
        </p:txBody>
      </p:sp>
    </p:spTree>
    <p:extLst>
      <p:ext uri="{BB962C8B-B14F-4D97-AF65-F5344CB8AC3E}">
        <p14:creationId xmlns:p14="http://schemas.microsoft.com/office/powerpoint/2010/main" val="1565465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C73E1-4A3C-45FB-76BF-D62A31363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70A1EA18-B4BF-4F02-5C3A-5F8BA87DC819}"/>
              </a:ext>
            </a:extLst>
          </p:cNvPr>
          <p:cNvSpPr/>
          <p:nvPr/>
        </p:nvSpPr>
        <p:spPr>
          <a:xfrm>
            <a:off x="1885242" y="1647825"/>
            <a:ext cx="8248650" cy="356235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788A3B-1FDD-5383-BD65-9EA8359AB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242" y="2788443"/>
            <a:ext cx="8248650" cy="1325563"/>
          </a:xfrm>
        </p:spPr>
        <p:txBody>
          <a:bodyPr>
            <a:noAutofit/>
          </a:bodyPr>
          <a:lstStyle/>
          <a:p>
            <a:pPr algn="ctr"/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AI – LLM – CMD</a:t>
            </a:r>
            <a:br>
              <a:rPr lang="en-GB" sz="72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FERESTRE</a:t>
            </a:r>
          </a:p>
        </p:txBody>
      </p:sp>
    </p:spTree>
    <p:extLst>
      <p:ext uri="{BB962C8B-B14F-4D97-AF65-F5344CB8AC3E}">
        <p14:creationId xmlns:p14="http://schemas.microsoft.com/office/powerpoint/2010/main" val="4211647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C4508-07C2-F510-1B71-03F6E5245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068659-34B1-18BE-9357-D46F564CC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72551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8DA2BB-39E1-DA2B-563E-3AD2D992E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2900" y="1535909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243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38A09-146E-00F1-DB9E-E8A258159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A804C5-F236-8BCA-93BD-93E96E15A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702968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EB63EA-4AA5-F00A-00D7-346F21D3E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2900" y="1535909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012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5AB00-93EF-2F1C-EA3A-F704015BF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6C22C6-3681-703F-B50B-946DD68A5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1082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E882C8-8363-2D0D-C8EA-7CCC9CBE5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2900" y="1535909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766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33897-7343-3BB9-DB32-35A4A7A63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DE33E3-E331-D8F7-EF92-8260009FC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98312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241895-BE9D-E951-06EC-1FD7505E1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2900" y="1535909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0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B8EC5-16D7-48B4-27A1-0AAA9CDCD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469764" cy="1325563"/>
          </a:xfr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dirty="0" err="1">
                <a:solidFill>
                  <a:schemeClr val="bg1">
                    <a:lumMod val="95000"/>
                  </a:schemeClr>
                </a:solidFill>
              </a:rPr>
              <a:t>Rezultat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:</a:t>
            </a:r>
            <a:endParaRPr lang="en-GB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38819E-F2BB-5949-9033-460231BF6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8224" y="2016125"/>
            <a:ext cx="4489740" cy="43084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5F22C6-7EAF-52B6-3957-7BBC3EFF0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16125"/>
            <a:ext cx="5734050" cy="27146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19955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3C5BF-E1E3-5C1C-8BF4-ED7881656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787E0590-6CF1-6A26-8E7E-407AB2DB3E4F}"/>
              </a:ext>
            </a:extLst>
          </p:cNvPr>
          <p:cNvSpPr/>
          <p:nvPr/>
        </p:nvSpPr>
        <p:spPr>
          <a:xfrm>
            <a:off x="1885242" y="1647825"/>
            <a:ext cx="8248650" cy="356235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20D62E-D199-761E-6DFD-D216EF2A2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442" y="2788443"/>
            <a:ext cx="7670800" cy="1325563"/>
          </a:xfrm>
        </p:spPr>
        <p:txBody>
          <a:bodyPr>
            <a:noAutofit/>
          </a:bodyPr>
          <a:lstStyle/>
          <a:p>
            <a:pPr algn="ctr"/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AI – LLM – 1 MAIL</a:t>
            </a:r>
          </a:p>
        </p:txBody>
      </p:sp>
    </p:spTree>
    <p:extLst>
      <p:ext uri="{BB962C8B-B14F-4D97-AF65-F5344CB8AC3E}">
        <p14:creationId xmlns:p14="http://schemas.microsoft.com/office/powerpoint/2010/main" val="682031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C3C13-3644-73AB-08D2-408080279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8BBF8B-5DF9-D05C-5A68-A1451B9D7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23739" cy="6858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09BD13-5F6B-21A5-4E70-CBA5A5A94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738" y="-1"/>
            <a:ext cx="5568261" cy="2682199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5D583B4-9FB5-C3FC-901F-46B01E55BB0E}"/>
              </a:ext>
            </a:extLst>
          </p:cNvPr>
          <p:cNvSpPr/>
          <p:nvPr/>
        </p:nvSpPr>
        <p:spPr>
          <a:xfrm>
            <a:off x="7143750" y="1473200"/>
            <a:ext cx="2051050" cy="927100"/>
          </a:xfrm>
          <a:prstGeom prst="roundRect">
            <a:avLst>
              <a:gd name="adj" fmla="val 4327"/>
            </a:avLst>
          </a:prstGeom>
          <a:noFill/>
          <a:ln w="3810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F428D0-73B1-23D7-FC82-AFBBA318C4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5800" y="2785968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041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5F8EA-FCE8-884B-FC11-4F41F0923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0E71C2-AA23-EF6D-85DD-5CE136F58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84071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7D5030-00D0-7DD2-D10C-535D44CD1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4071" y="0"/>
            <a:ext cx="4669191" cy="4578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0305F2-B05B-1A9D-73CD-7ACEA904DB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272" y="4861034"/>
            <a:ext cx="4289990" cy="17142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88CA88-4E3A-E851-B6F5-6CA3E8A770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245114"/>
            <a:ext cx="3794647" cy="134695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79840BF-CFE5-78A4-BFA8-63A573789B8B}"/>
              </a:ext>
            </a:extLst>
          </p:cNvPr>
          <p:cNvSpPr/>
          <p:nvPr/>
        </p:nvSpPr>
        <p:spPr>
          <a:xfrm>
            <a:off x="8674100" y="706244"/>
            <a:ext cx="1384300" cy="214506"/>
          </a:xfrm>
          <a:prstGeom prst="roundRect">
            <a:avLst>
              <a:gd name="adj" fmla="val 7731"/>
            </a:avLst>
          </a:prstGeom>
          <a:noFill/>
          <a:ln w="3810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5523AA-5418-12B7-B9F6-BF0F7F34B8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4150" y="2183494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058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9B9E3-E8E1-5B50-D0D0-F6F15B7D4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DEE6FF-2D04-C3EE-96DB-37D1A5248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697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14FFCB-E827-3C30-1C80-3844F4376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700" y="0"/>
            <a:ext cx="42397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54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918EF-CB8C-E293-A427-C88C5314F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431836D3-2A3B-B025-6286-1CBA66E8766F}"/>
              </a:ext>
            </a:extLst>
          </p:cNvPr>
          <p:cNvSpPr/>
          <p:nvPr/>
        </p:nvSpPr>
        <p:spPr>
          <a:xfrm>
            <a:off x="1885242" y="1647825"/>
            <a:ext cx="8248650" cy="356235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3311DA-BBC2-C7BA-1CEB-3AE16F4BA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442" y="2788443"/>
            <a:ext cx="7670800" cy="1325563"/>
          </a:xfrm>
        </p:spPr>
        <p:txBody>
          <a:bodyPr>
            <a:noAutofit/>
          </a:bodyPr>
          <a:lstStyle/>
          <a:p>
            <a:pPr algn="ctr"/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AI – LLM </a:t>
            </a:r>
            <a:br>
              <a:rPr lang="en-GB" sz="72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CLASIFICARE INBOX</a:t>
            </a:r>
          </a:p>
        </p:txBody>
      </p:sp>
    </p:spTree>
    <p:extLst>
      <p:ext uri="{BB962C8B-B14F-4D97-AF65-F5344CB8AC3E}">
        <p14:creationId xmlns:p14="http://schemas.microsoft.com/office/powerpoint/2010/main" val="4232993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29E0AD-F621-4224-B9BA-A2903FA2B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3137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90A877-89B8-6156-BDCF-FB9C90E75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5650" y="1491459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941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21C621-8FBA-3FB6-A1E4-9B5C826D0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8316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809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F9F42-ECA6-9F8A-B19D-374B24E71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EEEBCCC1-9B01-BBAC-EAC8-D60A61C1C3CC}"/>
              </a:ext>
            </a:extLst>
          </p:cNvPr>
          <p:cNvSpPr/>
          <p:nvPr/>
        </p:nvSpPr>
        <p:spPr>
          <a:xfrm>
            <a:off x="1885242" y="1647825"/>
            <a:ext cx="8248650" cy="356235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97E4A-C1B6-B8E8-3A5A-DF5CA110E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442" y="2788443"/>
            <a:ext cx="7670800" cy="1325563"/>
          </a:xfrm>
        </p:spPr>
        <p:txBody>
          <a:bodyPr>
            <a:noAutofit/>
          </a:bodyPr>
          <a:lstStyle/>
          <a:p>
            <a:pPr algn="ctr"/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AI – LLM – BOT</a:t>
            </a:r>
          </a:p>
        </p:txBody>
      </p:sp>
    </p:spTree>
    <p:extLst>
      <p:ext uri="{BB962C8B-B14F-4D97-AF65-F5344CB8AC3E}">
        <p14:creationId xmlns:p14="http://schemas.microsoft.com/office/powerpoint/2010/main" val="39537991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D0847-CD5A-80BF-E7E9-95601DA2D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AC85E3-2FF6-1A85-2375-096B40282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14184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9F53A9-DFAB-3F50-6CBF-89109F0053E7}"/>
              </a:ext>
            </a:extLst>
          </p:cNvPr>
          <p:cNvSpPr txBox="1"/>
          <p:nvPr/>
        </p:nvSpPr>
        <p:spPr>
          <a:xfrm>
            <a:off x="4927600" y="1491734"/>
            <a:ext cx="6121400" cy="870431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28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C:\Users\Paul\Desktop\documente_ai\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CF224E-D2DF-6B2B-6850-394322BB2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300" y="2717009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5628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604C8-C7C8-0C5D-4615-DA024F24E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E58E3F-980D-6988-03E2-35960CDE9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839571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E03390-7ABC-9686-C21C-F5A0A231F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050" y="1444869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16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F97D8-E929-E32C-BF0B-5F48BCD9F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B3876E-96E5-D084-56F7-E2207A2A6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17742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DDD8B5F-5A97-2A64-EB83-803DBFBFB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3900" y="1580359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9566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ABBF66-9F0C-5915-4479-21BB2A1DD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685" y="183632"/>
            <a:ext cx="4986860" cy="30656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7583C8-C123-601C-ED52-8DE11BFF4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685" y="3385702"/>
            <a:ext cx="4986860" cy="32886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A7577E-38E1-F0A5-D9F3-2FE43DC02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23" y="0"/>
            <a:ext cx="3112077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1BA59A-5042-CAE8-10E7-AA8AA2AF79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9443" y="2006082"/>
            <a:ext cx="1838582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172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DE575-5798-61A1-4359-EBAB2C11C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384CD754-C04E-E954-9AA0-6D3F7962D3B8}"/>
              </a:ext>
            </a:extLst>
          </p:cNvPr>
          <p:cNvSpPr/>
          <p:nvPr/>
        </p:nvSpPr>
        <p:spPr>
          <a:xfrm>
            <a:off x="1885242" y="1647825"/>
            <a:ext cx="8248650" cy="356235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6B4961-5A23-8E81-8345-9753205A0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442" y="2788443"/>
            <a:ext cx="7670800" cy="1325563"/>
          </a:xfrm>
        </p:spPr>
        <p:txBody>
          <a:bodyPr>
            <a:noAutofit/>
          </a:bodyPr>
          <a:lstStyle/>
          <a:p>
            <a:pPr algn="ctr"/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Flask</a:t>
            </a:r>
          </a:p>
        </p:txBody>
      </p:sp>
    </p:spTree>
    <p:extLst>
      <p:ext uri="{BB962C8B-B14F-4D97-AF65-F5344CB8AC3E}">
        <p14:creationId xmlns:p14="http://schemas.microsoft.com/office/powerpoint/2010/main" val="295536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446075-A61E-D6A5-6C91-24D0E4576A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7749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50B86-E32E-8660-8BCF-BD3360945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F7C65981-96BE-2FB6-BDB3-A19D77389119}"/>
              </a:ext>
            </a:extLst>
          </p:cNvPr>
          <p:cNvSpPr/>
          <p:nvPr/>
        </p:nvSpPr>
        <p:spPr>
          <a:xfrm>
            <a:off x="4426288" y="458333"/>
            <a:ext cx="7499011" cy="2755257"/>
          </a:xfrm>
          <a:prstGeom prst="round2DiagRect">
            <a:avLst>
              <a:gd name="adj1" fmla="val 5437"/>
              <a:gd name="adj2" fmla="val 0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45C3FB-B944-D641-4A80-A335A26A09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5762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454418-364F-3937-4C35-EB3418DF905B}"/>
              </a:ext>
            </a:extLst>
          </p:cNvPr>
          <p:cNvSpPr txBox="1"/>
          <p:nvPr/>
        </p:nvSpPr>
        <p:spPr>
          <a:xfrm>
            <a:off x="4812484" y="907535"/>
            <a:ext cx="1847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pip install flask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B36AA6-7B79-5311-B344-7D46714E7C3D}"/>
              </a:ext>
            </a:extLst>
          </p:cNvPr>
          <p:cNvSpPr txBox="1"/>
          <p:nvPr/>
        </p:nvSpPr>
        <p:spPr>
          <a:xfrm>
            <a:off x="4812484" y="1453635"/>
            <a:ext cx="2724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python -m flask --version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06223D-A001-80CA-DED9-3CBED65AD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5712" y="697557"/>
            <a:ext cx="3930509" cy="2273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839AE3C-30D9-A8E9-CA82-11A6146E76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904" y="4334790"/>
            <a:ext cx="7068317" cy="143100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A092A8-9532-EAF5-2600-5CFCD2DCE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2046" y="3789364"/>
            <a:ext cx="6307331" cy="545426"/>
          </a:xfrm>
        </p:spPr>
        <p:txBody>
          <a:bodyPr>
            <a:normAutofit fontScale="90000"/>
          </a:bodyPr>
          <a:lstStyle/>
          <a:p>
            <a:r>
              <a:rPr lang="en-US" dirty="0"/>
              <a:t>Flask </a:t>
            </a:r>
            <a:r>
              <a:rPr lang="en-US" dirty="0" err="1"/>
              <a:t>instalare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96937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74045B17-CD01-C022-2866-248E24DF14BC}"/>
              </a:ext>
            </a:extLst>
          </p:cNvPr>
          <p:cNvSpPr/>
          <p:nvPr/>
        </p:nvSpPr>
        <p:spPr>
          <a:xfrm>
            <a:off x="1924050" y="1470025"/>
            <a:ext cx="8248650" cy="356235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5C9CA6-A3E4-0727-382D-D15403ABD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2200" y="2536825"/>
            <a:ext cx="4832350" cy="1325563"/>
          </a:xfrm>
        </p:spPr>
        <p:txBody>
          <a:bodyPr/>
          <a:lstStyle/>
          <a:p>
            <a:r>
              <a:rPr lang="en-GB" dirty="0"/>
              <a:t>Valori direct </a:t>
            </a:r>
            <a:r>
              <a:rPr lang="en-GB" dirty="0" err="1"/>
              <a:t>în</a:t>
            </a:r>
            <a:r>
              <a:rPr lang="en-GB" dirty="0"/>
              <a:t> URL</a:t>
            </a:r>
          </a:p>
        </p:txBody>
      </p:sp>
    </p:spTree>
    <p:extLst>
      <p:ext uri="{BB962C8B-B14F-4D97-AF65-F5344CB8AC3E}">
        <p14:creationId xmlns:p14="http://schemas.microsoft.com/office/powerpoint/2010/main" val="17229555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6B1A5-6530-6775-6420-676922537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200" y="294592"/>
            <a:ext cx="6307331" cy="878467"/>
          </a:xfrm>
        </p:spPr>
        <p:txBody>
          <a:bodyPr/>
          <a:lstStyle/>
          <a:p>
            <a:r>
              <a:rPr lang="en-US" dirty="0"/>
              <a:t>End point - flask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D3D2C-2CDD-9E91-5605-648919457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50" y="3798536"/>
            <a:ext cx="10992088" cy="27226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AEF517-D1C3-51AC-5FA7-137ACE057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450" y="384175"/>
            <a:ext cx="3727994" cy="31736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8332229-E80D-49DA-8ED5-B0093E929E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8350" y="1970541"/>
            <a:ext cx="2686288" cy="113299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D659010-932B-2476-E633-E2582C6007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4750" y="1970540"/>
            <a:ext cx="2800741" cy="11145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1" name="Rectangle: Diagonal Corners Rounded 20">
            <a:extLst>
              <a:ext uri="{FF2B5EF4-FFF2-40B4-BE49-F238E27FC236}">
                <a16:creationId xmlns:a16="http://schemas.microsoft.com/office/drawing/2014/main" id="{2BDC60A3-92EE-2ED2-E703-A01B4ADD3C5C}"/>
              </a:ext>
            </a:extLst>
          </p:cNvPr>
          <p:cNvSpPr/>
          <p:nvPr/>
        </p:nvSpPr>
        <p:spPr>
          <a:xfrm>
            <a:off x="4749800" y="160956"/>
            <a:ext cx="6597650" cy="1114581"/>
          </a:xfrm>
          <a:prstGeom prst="round2DiagRect">
            <a:avLst>
              <a:gd name="adj1" fmla="val 5437"/>
              <a:gd name="adj2" fmla="val 0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34633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Diagonal Corners Rounded 22">
            <a:extLst>
              <a:ext uri="{FF2B5EF4-FFF2-40B4-BE49-F238E27FC236}">
                <a16:creationId xmlns:a16="http://schemas.microsoft.com/office/drawing/2014/main" id="{BEF028FE-2193-D13B-CD14-C2E8DAE76437}"/>
              </a:ext>
            </a:extLst>
          </p:cNvPr>
          <p:cNvSpPr/>
          <p:nvPr/>
        </p:nvSpPr>
        <p:spPr>
          <a:xfrm>
            <a:off x="8382000" y="129097"/>
            <a:ext cx="3454400" cy="3047688"/>
          </a:xfrm>
          <a:prstGeom prst="round2DiagRect">
            <a:avLst>
              <a:gd name="adj1" fmla="val 1159"/>
              <a:gd name="adj2" fmla="val 0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Rectangle: Diagonal Corners Rounded 18">
            <a:extLst>
              <a:ext uri="{FF2B5EF4-FFF2-40B4-BE49-F238E27FC236}">
                <a16:creationId xmlns:a16="http://schemas.microsoft.com/office/drawing/2014/main" id="{DDB6EE6D-75C1-3C2C-FD63-688205550C96}"/>
              </a:ext>
            </a:extLst>
          </p:cNvPr>
          <p:cNvSpPr/>
          <p:nvPr/>
        </p:nvSpPr>
        <p:spPr>
          <a:xfrm>
            <a:off x="241399" y="129097"/>
            <a:ext cx="7835801" cy="3047688"/>
          </a:xfrm>
          <a:prstGeom prst="round2DiagRect">
            <a:avLst>
              <a:gd name="adj1" fmla="val 1159"/>
              <a:gd name="adj2" fmla="val 0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Rectangle: Diagonal Corners Rounded 20">
            <a:extLst>
              <a:ext uri="{FF2B5EF4-FFF2-40B4-BE49-F238E27FC236}">
                <a16:creationId xmlns:a16="http://schemas.microsoft.com/office/drawing/2014/main" id="{5E470632-1D5C-CA93-A6AE-10BC609B40B7}"/>
              </a:ext>
            </a:extLst>
          </p:cNvPr>
          <p:cNvSpPr/>
          <p:nvPr/>
        </p:nvSpPr>
        <p:spPr>
          <a:xfrm>
            <a:off x="241399" y="3467884"/>
            <a:ext cx="11595001" cy="3186915"/>
          </a:xfrm>
          <a:prstGeom prst="round2DiagRect">
            <a:avLst>
              <a:gd name="adj1" fmla="val 1159"/>
              <a:gd name="adj2" fmla="val 0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157029-3E42-3E3D-6BB8-3D3133FF3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4803" y="365126"/>
            <a:ext cx="3530797" cy="1038370"/>
          </a:xfrm>
        </p:spPr>
        <p:txBody>
          <a:bodyPr/>
          <a:lstStyle/>
          <a:p>
            <a:r>
              <a:rPr lang="en-US" dirty="0" err="1"/>
              <a:t>Argumente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C9575F-07E0-04E7-2678-D3C85240C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49" y="365125"/>
            <a:ext cx="3355975" cy="2555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9401E3-5A2B-647E-1227-E566286EA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803" y="1823965"/>
            <a:ext cx="2819794" cy="10383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367194-87D1-B723-B28C-74F134A173F4}"/>
              </a:ext>
            </a:extLst>
          </p:cNvPr>
          <p:cNvSpPr txBox="1"/>
          <p:nvPr/>
        </p:nvSpPr>
        <p:spPr>
          <a:xfrm>
            <a:off x="4444803" y="1218830"/>
            <a:ext cx="3810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http://localhost:5000/salut/paul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D1BF85-CEEB-E6D3-4918-53984C829C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449" y="3681215"/>
            <a:ext cx="6814148" cy="24650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65C381-635A-F3A8-D698-DD9C6FC456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6584" y="3681215"/>
            <a:ext cx="3629532" cy="10764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22C544C-0AC7-EB51-0547-46F1BA4BCC7F}"/>
              </a:ext>
            </a:extLst>
          </p:cNvPr>
          <p:cNvSpPr txBox="1"/>
          <p:nvPr/>
        </p:nvSpPr>
        <p:spPr>
          <a:xfrm>
            <a:off x="355600" y="61462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http://localhost:5000/salut/Gagniuc/Paul/40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2C72FC-4A23-8AF5-B94A-92F3376798C5}"/>
              </a:ext>
            </a:extLst>
          </p:cNvPr>
          <p:cNvSpPr txBox="1"/>
          <p:nvPr/>
        </p:nvSpPr>
        <p:spPr>
          <a:xfrm>
            <a:off x="8788702" y="350400"/>
            <a:ext cx="28477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Faceti</a:t>
            </a:r>
            <a:r>
              <a:rPr lang="en-GB" dirty="0"/>
              <a:t> o </a:t>
            </a:r>
            <a:r>
              <a:rPr lang="en-GB" dirty="0" err="1"/>
              <a:t>suma</a:t>
            </a:r>
            <a:r>
              <a:rPr lang="en-GB" dirty="0"/>
              <a:t> </a:t>
            </a:r>
            <a:r>
              <a:rPr lang="en-GB" dirty="0" err="1"/>
              <a:t>intre</a:t>
            </a:r>
            <a:r>
              <a:rPr lang="en-GB" dirty="0"/>
              <a:t> </a:t>
            </a:r>
            <a:r>
              <a:rPr lang="en-GB" i="1" dirty="0"/>
              <a:t>n</a:t>
            </a:r>
            <a:r>
              <a:rPr lang="en-GB" dirty="0"/>
              <a:t> </a:t>
            </a:r>
            <a:r>
              <a:rPr lang="en-GB" dirty="0" err="1"/>
              <a:t>numere</a:t>
            </a:r>
            <a:r>
              <a:rPr lang="en-GB" dirty="0"/>
              <a:t> </a:t>
            </a:r>
            <a:r>
              <a:rPr lang="en-GB" dirty="0" err="1"/>
              <a:t>intregi</a:t>
            </a:r>
            <a:r>
              <a:rPr lang="en-GB" dirty="0"/>
              <a:t>. </a:t>
            </a:r>
          </a:p>
          <a:p>
            <a:endParaRPr lang="en-GB" dirty="0"/>
          </a:p>
          <a:p>
            <a:r>
              <a:rPr lang="en-GB" dirty="0"/>
              <a:t>(ex: int(</a:t>
            </a:r>
            <a:r>
              <a:rPr lang="en-GB" i="1" dirty="0"/>
              <a:t>a</a:t>
            </a:r>
            <a:r>
              <a:rPr lang="en-GB" dirty="0"/>
              <a:t>) transformă </a:t>
            </a:r>
            <a:r>
              <a:rPr lang="en-GB" dirty="0" err="1"/>
              <a:t>variabila</a:t>
            </a:r>
            <a:r>
              <a:rPr lang="en-GB" dirty="0"/>
              <a:t> </a:t>
            </a:r>
            <a:r>
              <a:rPr lang="en-GB" i="1" dirty="0"/>
              <a:t>a</a:t>
            </a:r>
            <a:r>
              <a:rPr lang="en-GB" dirty="0"/>
              <a:t> din text </a:t>
            </a:r>
            <a:r>
              <a:rPr lang="en-GB" dirty="0" err="1"/>
              <a:t>în</a:t>
            </a:r>
            <a:r>
              <a:rPr lang="en-GB" dirty="0"/>
              <a:t> număr </a:t>
            </a:r>
            <a:r>
              <a:rPr lang="en-GB" dirty="0" err="1"/>
              <a:t>întreg</a:t>
            </a:r>
            <a:r>
              <a:rPr lang="en-GB" dirty="0"/>
              <a:t>, </a:t>
            </a:r>
            <a:r>
              <a:rPr lang="en-GB" dirty="0" err="1"/>
              <a:t>sau</a:t>
            </a:r>
            <a:r>
              <a:rPr lang="en-GB" dirty="0"/>
              <a:t> float(a) transformă </a:t>
            </a:r>
            <a:r>
              <a:rPr lang="en-GB" dirty="0" err="1"/>
              <a:t>variabila</a:t>
            </a:r>
            <a:r>
              <a:rPr lang="en-GB" dirty="0"/>
              <a:t> </a:t>
            </a:r>
            <a:r>
              <a:rPr lang="en-GB" i="1" dirty="0"/>
              <a:t>a</a:t>
            </a:r>
            <a:r>
              <a:rPr lang="en-GB" dirty="0"/>
              <a:t> din text </a:t>
            </a:r>
            <a:r>
              <a:rPr lang="en-GB" dirty="0" err="1"/>
              <a:t>în</a:t>
            </a:r>
            <a:r>
              <a:rPr lang="en-GB" dirty="0"/>
              <a:t> număr real, </a:t>
            </a:r>
            <a:r>
              <a:rPr lang="en-GB" dirty="0" err="1"/>
              <a:t>adică</a:t>
            </a:r>
            <a:r>
              <a:rPr lang="en-GB" dirty="0"/>
              <a:t> număr cu </a:t>
            </a:r>
            <a:r>
              <a:rPr lang="en-GB" dirty="0" err="1"/>
              <a:t>zecimale</a:t>
            </a:r>
            <a:r>
              <a:rPr lang="en-GB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35228129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B8F59B-89C3-BF81-3770-D75545788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739132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0E1876-96BE-93BC-7242-4311D7E86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6610" y="1128630"/>
            <a:ext cx="3610479" cy="117173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04C37C-633C-BC5D-81AC-4319F10216E0}"/>
              </a:ext>
            </a:extLst>
          </p:cNvPr>
          <p:cNvSpPr txBox="1"/>
          <p:nvPr/>
        </p:nvSpPr>
        <p:spPr>
          <a:xfrm>
            <a:off x="5778500" y="9338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http://localhost:5000/calculeaza/1,2,3/10,20,30</a:t>
            </a:r>
          </a:p>
        </p:txBody>
      </p:sp>
    </p:spTree>
    <p:extLst>
      <p:ext uri="{BB962C8B-B14F-4D97-AF65-F5344CB8AC3E}">
        <p14:creationId xmlns:p14="http://schemas.microsoft.com/office/powerpoint/2010/main" val="41485509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FD68E338-4EC6-80EC-0840-A823C404B9F0}"/>
              </a:ext>
            </a:extLst>
          </p:cNvPr>
          <p:cNvSpPr/>
          <p:nvPr/>
        </p:nvSpPr>
        <p:spPr>
          <a:xfrm>
            <a:off x="2051050" y="1330325"/>
            <a:ext cx="8248650" cy="356235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EFFE1F-1887-D91C-E7AB-467183D7D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5950" y="2378075"/>
            <a:ext cx="7378700" cy="1325563"/>
          </a:xfrm>
        </p:spPr>
        <p:txBody>
          <a:bodyPr/>
          <a:lstStyle/>
          <a:p>
            <a:r>
              <a:rPr lang="it-IT" dirty="0"/>
              <a:t>Valori ca parametri în URL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50143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D5C9D683-A27B-74B4-9B48-52B2A8266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49" y="4722934"/>
            <a:ext cx="5321301" cy="20237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3E680D-3B14-BD42-24FD-8738F5BCA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287" y="5324394"/>
            <a:ext cx="3591426" cy="11622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8587F1-53AB-5CE9-2233-69EB231913B1}"/>
              </a:ext>
            </a:extLst>
          </p:cNvPr>
          <p:cNvSpPr txBox="1"/>
          <p:nvPr/>
        </p:nvSpPr>
        <p:spPr>
          <a:xfrm>
            <a:off x="1155700" y="4866162"/>
            <a:ext cx="462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http://localhost:5000/aduna?a=5&amp;b=7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EE06C3-B736-5EE9-E1BB-3CC4CEFDDA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051" y="579070"/>
            <a:ext cx="5269400" cy="39754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E50E961-D627-7E7E-4DF0-3E8E3470D215}"/>
              </a:ext>
            </a:extLst>
          </p:cNvPr>
          <p:cNvSpPr txBox="1"/>
          <p:nvPr/>
        </p:nvSpPr>
        <p:spPr>
          <a:xfrm>
            <a:off x="565150" y="209738"/>
            <a:ext cx="5530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Valori ca parametri în URL</a:t>
            </a:r>
            <a:endParaRPr lang="en-GB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2EB296C-CBB2-AD10-E635-77BB5F6493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3501" y="1158956"/>
            <a:ext cx="5231087" cy="298759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AB6E8D6-99EC-2553-E3DE-D833ABF9BE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3501" y="4311376"/>
            <a:ext cx="5235053" cy="2175230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04ABEFE3-8CC3-5A4C-AC95-1B73589D0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5551" y="-83712"/>
            <a:ext cx="3829050" cy="1325563"/>
          </a:xfrm>
        </p:spPr>
        <p:txBody>
          <a:bodyPr/>
          <a:lstStyle/>
          <a:p>
            <a:r>
              <a:rPr lang="en-US" dirty="0"/>
              <a:t>Server - Client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4D0241-BE52-7FD2-E1C8-823C7F979679}"/>
              </a:ext>
            </a:extLst>
          </p:cNvPr>
          <p:cNvSpPr txBox="1"/>
          <p:nvPr/>
        </p:nvSpPr>
        <p:spPr>
          <a:xfrm>
            <a:off x="6362701" y="732665"/>
            <a:ext cx="371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Trimitere</a:t>
            </a:r>
            <a:r>
              <a:rPr lang="en-GB" dirty="0"/>
              <a:t> din Python </a:t>
            </a:r>
            <a:r>
              <a:rPr lang="en-GB" dirty="0" err="1"/>
              <a:t>către</a:t>
            </a:r>
            <a:r>
              <a:rPr lang="en-GB" dirty="0"/>
              <a:t> Flask</a:t>
            </a:r>
          </a:p>
        </p:txBody>
      </p:sp>
    </p:spTree>
    <p:extLst>
      <p:ext uri="{BB962C8B-B14F-4D97-AF65-F5344CB8AC3E}">
        <p14:creationId xmlns:p14="http://schemas.microsoft.com/office/powerpoint/2010/main" val="7924973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0BA2D-4E49-A6F1-5631-F2AA61B82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EB4DF8-E4F9-A8A6-5607-346340CC5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650" y="2018509"/>
            <a:ext cx="3670069" cy="3968262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CE7A831A-E49A-3D5D-F2B8-FFC116343478}"/>
              </a:ext>
            </a:extLst>
          </p:cNvPr>
          <p:cNvSpPr/>
          <p:nvPr/>
        </p:nvSpPr>
        <p:spPr>
          <a:xfrm>
            <a:off x="3807181" y="1160913"/>
            <a:ext cx="2392659" cy="893518"/>
          </a:xfrm>
          <a:prstGeom prst="wedgeRoundRectCallout">
            <a:avLst>
              <a:gd name="adj1" fmla="val 47328"/>
              <a:gd name="adj2" fmla="val 113468"/>
              <a:gd name="adj3" fmla="val 16667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Ză end!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5101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1267</TotalTime>
  <Words>269</Words>
  <Application>Microsoft Office PowerPoint</Application>
  <PresentationFormat>Widescreen</PresentationFormat>
  <Paragraphs>43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Aptos</vt:lpstr>
      <vt:lpstr>Aptos Display</vt:lpstr>
      <vt:lpstr>Arial</vt:lpstr>
      <vt:lpstr>Calibri</vt:lpstr>
      <vt:lpstr>Office Theme</vt:lpstr>
      <vt:lpstr>1_Office Theme</vt:lpstr>
      <vt:lpstr>Inteligență Artificială și Automatizarea Proceselor în Python (II)</vt:lpstr>
      <vt:lpstr>Cuprins:</vt:lpstr>
      <vt:lpstr>AI – LLM – CMD cu interpretare sub capota</vt:lpstr>
      <vt:lpstr>PowerPoint Presentation</vt:lpstr>
      <vt:lpstr>PowerPoint Presentation</vt:lpstr>
      <vt:lpstr>PowerPoint Presentation</vt:lpstr>
      <vt:lpstr>AI – LLM – CMD FERESTRE</vt:lpstr>
      <vt:lpstr>PowerPoint Presentation</vt:lpstr>
      <vt:lpstr>PowerPoint Presentation</vt:lpstr>
      <vt:lpstr>PowerPoint Presentation</vt:lpstr>
      <vt:lpstr>PowerPoint Presentation</vt:lpstr>
      <vt:lpstr>Rezultat:</vt:lpstr>
      <vt:lpstr>AI – LLM – 1 MAIL</vt:lpstr>
      <vt:lpstr>PowerPoint Presentation</vt:lpstr>
      <vt:lpstr>PowerPoint Presentation</vt:lpstr>
      <vt:lpstr>PowerPoint Presentation</vt:lpstr>
      <vt:lpstr>AI – LLM  CLASIFICARE INBOX</vt:lpstr>
      <vt:lpstr>PowerPoint Presentation</vt:lpstr>
      <vt:lpstr>PowerPoint Presentation</vt:lpstr>
      <vt:lpstr>AI – LLM – BOT</vt:lpstr>
      <vt:lpstr>PowerPoint Presentation</vt:lpstr>
      <vt:lpstr>PowerPoint Presentation</vt:lpstr>
      <vt:lpstr>PowerPoint Presentation</vt:lpstr>
      <vt:lpstr>PowerPoint Presentation</vt:lpstr>
      <vt:lpstr>Flask</vt:lpstr>
      <vt:lpstr>PowerPoint Presentation</vt:lpstr>
      <vt:lpstr>Flask instalare</vt:lpstr>
      <vt:lpstr>Valori direct în URL</vt:lpstr>
      <vt:lpstr>End point - flask</vt:lpstr>
      <vt:lpstr>Argumente</vt:lpstr>
      <vt:lpstr>PowerPoint Presentation</vt:lpstr>
      <vt:lpstr>Valori ca parametri în URL</vt:lpstr>
      <vt:lpstr>Server - Client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Gagniuc</dc:creator>
  <cp:lastModifiedBy>Paul Gagniuc</cp:lastModifiedBy>
  <cp:revision>164</cp:revision>
  <dcterms:created xsi:type="dcterms:W3CDTF">2026-06-02T18:09:52Z</dcterms:created>
  <dcterms:modified xsi:type="dcterms:W3CDTF">2026-07-13T22:31:14Z</dcterms:modified>
</cp:coreProperties>
</file>